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FoCo After Dark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675" y="1548229"/>
            <a:ext cx="119292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3000">
                <a:solidFill>
                  <a:srgbClr val="FF3CB4"/>
                </a:solidFill>
              </a:defRPr>
            </a:pPr>
            <a:r>
              <a:rPr dirty="0"/>
              <a:t>Nightlife membership • VIP vibes • Real customers delivered to your venue.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Neon-branded nightlife tech.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Designed for Fort Collins.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Verified 21+ members.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High‑spend crowd.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Current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✔ Free for bars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✔ Guaranteed foot traffic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✔ Trackable redemptions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✔ Featured in-app placement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✔ Nightlife-targeted audience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1. Member shows QR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2. Staff verifies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3. Voucher redeems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4. Dashboard updates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5. FoCo promotes your 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The App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Digital pass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Live QR codes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Wallet integration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Skip-line logic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Age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Analytics Dashboard Mockups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Heat map: peak hours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Redemption totals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User return rate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Top perks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ROI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Branding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Neon visuals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High-energy marketing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College + young professional focus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FoCo-wide exposure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Premium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Featured Venue banner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Top search results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Push notifications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Event priority placement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Monetization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Phase 1: Free for all bars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Phase 2: Premium placement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Phase 3: Analytics PRO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Phase 4: Redemption fees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Phase 5: Venue wallet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Phase 6: Sponsored events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Phase 7: Enterprise tier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Pricing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Premium Placement: $49–$199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Analytics Pro: $79–$149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Redemption Fees: $0.10–$1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Events: $200–$500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Enterprise: $199–$499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Why Bars Will 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They already get customers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Proof of value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Recurring traffic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Competitive advantage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Early partner pricing guaranteed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Old Town Targeting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Designed specifically for: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College bars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High-volume dance floors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Craft cocktail lounges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Late-night food spots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Founding Venue Perks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Permanent discounted pricing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Lifetime featured eligibility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Exclusive city‑launch promotions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Expansion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Denver After Dark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Boulder After Dark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Greeley After Dark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CSU/CU passes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National rollout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5050A"/>
            </a:gs>
            <a:gs pos="100000">
              <a:srgbClr val="1400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c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657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00FFFF"/>
                </a:solidFill>
              </a:defRPr>
            </a:pPr>
            <a:r>
              <a:t>Join the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000">
                <a:solidFill>
                  <a:srgbClr val="FF3CB4"/>
                </a:solidFill>
              </a:defRPr>
            </a:pPr>
            <a:r>
              <a:t>Become a founding venue.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No cost. No contract.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Day-one traffic boost.</a:t>
            </a:r>
          </a:p>
          <a:p>
            <a:pPr>
              <a:defRPr sz="3000">
                <a:solidFill>
                  <a:srgbClr val="FF3CB4"/>
                </a:solidFill>
              </a:defRPr>
            </a:pPr>
            <a:r>
              <a:t>VIP branding exposure.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307</Words>
  <Application>Microsoft Macintosh PowerPoint</Application>
  <PresentationFormat>Custom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Adrian White</cp:lastModifiedBy>
  <cp:revision>2</cp:revision>
  <dcterms:created xsi:type="dcterms:W3CDTF">2013-01-27T09:14:16Z</dcterms:created>
  <dcterms:modified xsi:type="dcterms:W3CDTF">2025-11-29T04:02:38Z</dcterms:modified>
  <cp:category/>
</cp:coreProperties>
</file>